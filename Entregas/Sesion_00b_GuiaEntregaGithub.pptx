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4" roundtripDataSignature="AMtx7mh0+dPlkoxrzRhsb9jaL//aHoSS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CienciaDatosUdea/002_EstudiantesAprendizajeEstadistico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title"/>
          </p:nvPr>
        </p:nvSpPr>
        <p:spPr>
          <a:xfrm>
            <a:off x="1879150" y="1815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Guia entrega tareas github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Si no tiene Fork, se debe crear primero el fork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352"/>
              <a:buNone/>
            </a:pPr>
            <a:r>
              <a:rPr lang="en"/>
              <a:t>en este </a:t>
            </a:r>
            <a:r>
              <a:rPr lang="en" u="sng">
                <a:solidFill>
                  <a:schemeClr val="hlink"/>
                </a:solidFill>
                <a:hlinkClick r:id="rId3"/>
              </a:rPr>
              <a:t>fork</a:t>
            </a:r>
            <a:endParaRPr sz="4022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>
            <p:ph type="title"/>
          </p:nvPr>
        </p:nvSpPr>
        <p:spPr>
          <a:xfrm>
            <a:off x="170925" y="182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2. Crear fork </a:t>
            </a:r>
            <a:endParaRPr/>
          </a:p>
        </p:txBody>
      </p:sp>
      <p:pic>
        <p:nvPicPr>
          <p:cNvPr id="65" name="Google Shape;6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7350"/>
            <a:ext cx="8775992" cy="408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/>
          <p:nvPr>
            <p:ph type="title"/>
          </p:nvPr>
        </p:nvSpPr>
        <p:spPr>
          <a:xfrm>
            <a:off x="170925" y="182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3. Crear fork</a:t>
            </a:r>
            <a:endParaRPr/>
          </a:p>
        </p:txBody>
      </p:sp>
      <p:pic>
        <p:nvPicPr>
          <p:cNvPr id="71" name="Google Shape;7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7350"/>
            <a:ext cx="8297144" cy="408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>
            <p:ph type="title"/>
          </p:nvPr>
        </p:nvSpPr>
        <p:spPr>
          <a:xfrm>
            <a:off x="1879150" y="1815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Si ya tiene el directorio clonado (Fork)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Crear directorio de trabajo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>
            <p:ph type="title"/>
          </p:nvPr>
        </p:nvSpPr>
        <p:spPr>
          <a:xfrm>
            <a:off x="170900" y="266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 Crear directorio dentro de directorio Estudiantes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82" name="Google Shape;8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7400"/>
            <a:ext cx="7876613" cy="370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6"/>
          <p:cNvSpPr/>
          <p:nvPr/>
        </p:nvSpPr>
        <p:spPr>
          <a:xfrm>
            <a:off x="824525" y="1393850"/>
            <a:ext cx="942300" cy="13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 txBox="1"/>
          <p:nvPr>
            <p:ph type="title"/>
          </p:nvPr>
        </p:nvSpPr>
        <p:spPr>
          <a:xfrm>
            <a:off x="170900" y="266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5. Add File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89" name="Google Shape;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991800"/>
            <a:ext cx="8839199" cy="370141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7"/>
          <p:cNvSpPr/>
          <p:nvPr/>
        </p:nvSpPr>
        <p:spPr>
          <a:xfrm>
            <a:off x="775450" y="1069925"/>
            <a:ext cx="2051400" cy="12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1114350" y="1693500"/>
            <a:ext cx="1712400" cy="12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 txBox="1"/>
          <p:nvPr>
            <p:ph type="title"/>
          </p:nvPr>
        </p:nvSpPr>
        <p:spPr>
          <a:xfrm>
            <a:off x="170900" y="266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6. Crear directorio en Student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97" name="Google Shape;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991800"/>
            <a:ext cx="8312044" cy="39993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8"/>
          <p:cNvSpPr/>
          <p:nvPr/>
        </p:nvSpPr>
        <p:spPr>
          <a:xfrm>
            <a:off x="333725" y="1354600"/>
            <a:ext cx="1639200" cy="12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>
            <p:ph type="title"/>
          </p:nvPr>
        </p:nvSpPr>
        <p:spPr>
          <a:xfrm>
            <a:off x="170900" y="266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7. Commit changes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104" name="Google Shape;1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225" y="991800"/>
            <a:ext cx="6844628" cy="399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type="title"/>
          </p:nvPr>
        </p:nvSpPr>
        <p:spPr>
          <a:xfrm>
            <a:off x="1782425" y="1999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Create pull request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>
            <p:ph type="title"/>
          </p:nvPr>
        </p:nvSpPr>
        <p:spPr>
          <a:xfrm>
            <a:off x="170900" y="266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8. Crear pull requests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115" name="Google Shape;1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991800"/>
            <a:ext cx="8654023" cy="39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1"/>
          <p:cNvSpPr/>
          <p:nvPr/>
        </p:nvSpPr>
        <p:spPr>
          <a:xfrm>
            <a:off x="775425" y="1079750"/>
            <a:ext cx="1845300" cy="11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1153600" y="1732775"/>
            <a:ext cx="1948200" cy="11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170900" y="266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9. Crear pull requests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123" name="Google Shape;1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525" y="1017575"/>
            <a:ext cx="7837674" cy="372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2"/>
          <p:cNvSpPr/>
          <p:nvPr/>
        </p:nvSpPr>
        <p:spPr>
          <a:xfrm>
            <a:off x="1006350" y="1065300"/>
            <a:ext cx="1948200" cy="11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10. Crear pull request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130" name="Google Shape;1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001" y="1105002"/>
            <a:ext cx="6956099" cy="366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3"/>
          <p:cNvSpPr/>
          <p:nvPr/>
        </p:nvSpPr>
        <p:spPr>
          <a:xfrm>
            <a:off x="1320475" y="1105000"/>
            <a:ext cx="1948200" cy="11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651" y="1017725"/>
            <a:ext cx="5931001" cy="376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11. Crear pull request</a:t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1310625" y="1066800"/>
            <a:ext cx="1948200" cy="11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12. Revisar que todo este ok.</a:t>
            </a:r>
            <a:endParaRPr/>
          </a:p>
        </p:txBody>
      </p:sp>
      <p:pic>
        <p:nvPicPr>
          <p:cNvPr id="144" name="Google Shape;14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347" y="1240900"/>
            <a:ext cx="5393949" cy="323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/>
          <p:nvPr/>
        </p:nvSpPr>
        <p:spPr>
          <a:xfrm>
            <a:off x="1703275" y="1291050"/>
            <a:ext cx="1948200" cy="11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1846025" y="2249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Subir una nueva tarea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50" y="867875"/>
            <a:ext cx="8839199" cy="409862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13. Ir a directorio de trabajo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1124125" y="957325"/>
            <a:ext cx="1948200" cy="11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2071150" y="1600525"/>
            <a:ext cx="1997700" cy="11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7950" y="693175"/>
            <a:ext cx="6301527" cy="346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2782400" y="4245175"/>
            <a:ext cx="4579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Después, debes crear el pull request, ver de diapositiva 10 a 15.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8"/>
          <p:cNvSpPr txBox="1"/>
          <p:nvPr>
            <p:ph type="title"/>
          </p:nvPr>
        </p:nvSpPr>
        <p:spPr>
          <a:xfrm>
            <a:off x="279900" y="31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14. Subir archivo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2257650" y="693175"/>
            <a:ext cx="1997700" cy="11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2360975" y="1189150"/>
            <a:ext cx="1997700" cy="5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